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47448"/>
            <a:ext cx="7772400" cy="1470025"/>
          </a:xfrm>
        </p:spPr>
        <p:txBody>
          <a:bodyPr/>
          <a:lstStyle/>
          <a:p>
            <a:r>
              <a:rPr b="1" dirty="0">
                <a:solidFill>
                  <a:schemeClr val="accent6">
                    <a:lumMod val="75000"/>
                  </a:schemeClr>
                </a:solidFill>
              </a:rPr>
              <a:t>AI Predictive Compliance &amp; Maintenance Orchestrator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13203"/>
            <a:ext cx="6400800" cy="1752600"/>
          </a:xfrm>
        </p:spPr>
        <p:txBody>
          <a:bodyPr>
            <a:normAutofit fontScale="92500"/>
          </a:bodyPr>
          <a:lstStyle/>
          <a:p>
            <a:r>
              <a:rPr dirty="0"/>
              <a:t>40-slide step-by-step lab with code snippets, visuals &amp; Power BI templates</a:t>
            </a:r>
          </a:p>
          <a:p>
            <a:r>
              <a:rPr dirty="0"/>
              <a:t>Prepared for class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Agenda</a:t>
            </a:r>
            <a:r>
              <a:rPr dirty="0"/>
              <a:t> (Class Lab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Problem statement &amp; objectives</a:t>
            </a:r>
          </a:p>
          <a:p>
            <a:r>
              <a:rPr sz="2400" dirty="0"/>
              <a:t>Architecture walkthrough</a:t>
            </a:r>
          </a:p>
          <a:p>
            <a:r>
              <a:rPr sz="2400" dirty="0"/>
              <a:t>Hands-on lab: telemetry ingestion</a:t>
            </a:r>
          </a:p>
          <a:p>
            <a:r>
              <a:rPr sz="2400" dirty="0"/>
              <a:t>Model training &amp; evaluation</a:t>
            </a:r>
          </a:p>
          <a:p>
            <a:r>
              <a:rPr sz="2400" dirty="0"/>
              <a:t>GenAI RAG for compliance &amp; technician assistant</a:t>
            </a:r>
          </a:p>
          <a:p>
            <a:r>
              <a:rPr sz="2400" dirty="0"/>
              <a:t>Orchestration microservices &amp; deployment</a:t>
            </a:r>
          </a:p>
          <a:p>
            <a:r>
              <a:rPr sz="2400" dirty="0" err="1"/>
              <a:t>DevSecOps</a:t>
            </a:r>
            <a:r>
              <a:rPr sz="2400" dirty="0"/>
              <a:t> pipeline</a:t>
            </a:r>
          </a:p>
          <a:p>
            <a:r>
              <a:rPr sz="2400" dirty="0"/>
              <a:t>Power BI dashboard: build &amp; template</a:t>
            </a:r>
          </a:p>
          <a:p>
            <a:r>
              <a:rPr sz="2400" dirty="0"/>
              <a:t>Wrap-up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/>
                </a:solidFill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IoT-to-cloud telemetry pipelines</a:t>
            </a:r>
          </a:p>
          <a:p>
            <a:r>
              <a:t>Implement time-series anomaly detection and predictive models</a:t>
            </a:r>
          </a:p>
          <a:p>
            <a:r>
              <a:t>Build a GenAI RAG compliance assistant</a:t>
            </a:r>
          </a:p>
          <a:p>
            <a:r>
              <a:t>Create microservices (FastAPI) and Dockerize them</a:t>
            </a:r>
          </a:p>
          <a:p>
            <a:r>
              <a:t>Deploy to AKS and implement CI/CD with GitHub Actions</a:t>
            </a:r>
          </a:p>
          <a:p>
            <a:r>
              <a:t>Design a Power BI dashboard and export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Disconnected systems for diagnostics, compliance, ERP and workshops</a:t>
            </a:r>
          </a:p>
          <a:p>
            <a:r>
              <a:t>Manual recall and vendor matching processes</a:t>
            </a:r>
          </a:p>
          <a:p>
            <a:r>
              <a:t>Unplanned downtime; high cost for fleet operators</a:t>
            </a:r>
          </a:p>
          <a:p>
            <a:r>
              <a:t>Need for predictive maintenance + automated compliance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3">
                    <a:lumMod val="75000"/>
                  </a:schemeClr>
                </a:solidFill>
              </a:rP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IoT ingestion → Data lake → ML Predictive Engine</a:t>
            </a:r>
          </a:p>
          <a:p>
            <a:r>
              <a:t>GenAI RAG for regulation interpretation and troubleshooting</a:t>
            </a:r>
          </a:p>
          <a:p>
            <a:r>
              <a:t>Maintenance orchestration integrated with ERP/SAP</a:t>
            </a:r>
          </a:p>
          <a:p>
            <a:r>
              <a:t>Technician Copilot + Power BI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2">
                    <a:lumMod val="50000"/>
                  </a:schemeClr>
                </a:solidFill>
              </a:rPr>
              <a:t>Architecture Diagram</a:t>
            </a:r>
          </a:p>
        </p:txBody>
      </p:sp>
      <p:pic>
        <p:nvPicPr>
          <p:cNvPr id="3" name="Picture 2" descr="arch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75000"/>
                  </a:schemeClr>
                </a:solidFill>
              </a:rPr>
              <a:t>Data Sources &amp;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bus / ECU telemetry (JSON / Avro) — timestamped metrics</a:t>
            </a:r>
          </a:p>
          <a:p>
            <a:r>
              <a:t>Workshop logs (structured)</a:t>
            </a:r>
          </a:p>
          <a:p>
            <a:r>
              <a:t>ERP/SAP master data (vehicles, VIN, parts)</a:t>
            </a:r>
          </a:p>
          <a:p>
            <a:r>
              <a:t>Vendor recall feeds (API / CSV)</a:t>
            </a:r>
          </a:p>
          <a:p>
            <a:r>
              <a:t>Regulatory documents (for RAG indexing)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4">
                    <a:lumMod val="75000"/>
                  </a:schemeClr>
                </a:solidFill>
              </a:rPr>
              <a:t>Telemetry Ingestion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IoT Hub for device connectivity</a:t>
            </a:r>
          </a:p>
          <a:p>
            <a:r>
              <a:t>Event Hub for high-throughput streaming</a:t>
            </a:r>
          </a:p>
          <a:p>
            <a:r>
              <a:t>Stream processing with Databricks Structured Streaming</a:t>
            </a:r>
          </a:p>
          <a:p>
            <a:r>
              <a:t>Sink to Delta Lake tables partitioned by date and VIN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Lab: </a:t>
            </a:r>
            <a:r>
              <a:rPr dirty="0">
                <a:solidFill>
                  <a:schemeClr val="accent4">
                    <a:lumMod val="75000"/>
                  </a:schemeClr>
                </a:solidFill>
              </a:rPr>
              <a:t>Telemetry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a synthetic telemetry generator (Python) to simulate CAN messages</a:t>
            </a:r>
          </a:p>
          <a:p>
            <a:r>
              <a:t>Publish to Azure IoT Hub using Device SDK or to Event Hub directly</a:t>
            </a:r>
          </a:p>
          <a:p>
            <a:r>
              <a:t>We'll provide a local simulator that publishes to a REST-ingest microservice for the 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Code: Telemetry Simulator (Python)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2614" y="1566735"/>
            <a:ext cx="82296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telemetry_simulator.py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import time, </a:t>
            </a:r>
            <a:r>
              <a:rPr sz="1600" dirty="0" err="1"/>
              <a:t>json</a:t>
            </a:r>
            <a:r>
              <a:rPr sz="1600" dirty="0"/>
              <a:t>, random, requests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API_ENDPOINT = "http://localhost:8000/ingest"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def </a:t>
            </a:r>
            <a:r>
              <a:rPr sz="1600" dirty="0" err="1"/>
              <a:t>gen_record</a:t>
            </a:r>
            <a:r>
              <a:rPr sz="1600" dirty="0"/>
              <a:t>(vin):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return {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"vin": vin,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"timestamp": int(</a:t>
            </a:r>
            <a:r>
              <a:rPr sz="1600" dirty="0" err="1"/>
              <a:t>time.time</a:t>
            </a:r>
            <a:r>
              <a:rPr sz="1600" dirty="0"/>
              <a:t>()*1000),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"</a:t>
            </a:r>
            <a:r>
              <a:rPr sz="1600" dirty="0" err="1"/>
              <a:t>engine_temp</a:t>
            </a:r>
            <a:r>
              <a:rPr sz="1600" dirty="0"/>
              <a:t>": round(70 + </a:t>
            </a:r>
            <a:r>
              <a:rPr sz="1600" dirty="0" err="1"/>
              <a:t>random.gauss</a:t>
            </a:r>
            <a:r>
              <a:rPr sz="1600" dirty="0"/>
              <a:t>(0,5),2),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"</a:t>
            </a:r>
            <a:r>
              <a:rPr sz="1600" dirty="0" err="1"/>
              <a:t>brake_pressure</a:t>
            </a:r>
            <a:r>
              <a:rPr sz="1600" dirty="0"/>
              <a:t>": round(30 + </a:t>
            </a:r>
            <a:r>
              <a:rPr sz="1600" dirty="0" err="1"/>
              <a:t>random.gauss</a:t>
            </a:r>
            <a:r>
              <a:rPr sz="1600" dirty="0"/>
              <a:t>(0,3),2),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"vibration": round(abs(</a:t>
            </a:r>
            <a:r>
              <a:rPr sz="1600" dirty="0" err="1"/>
              <a:t>random.gauss</a:t>
            </a:r>
            <a:r>
              <a:rPr sz="1600" dirty="0"/>
              <a:t>(0,0.5)),3)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}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if __name__ == '__main__':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for </a:t>
            </a:r>
            <a:r>
              <a:rPr sz="1600" dirty="0" err="1"/>
              <a:t>i</a:t>
            </a:r>
            <a:r>
              <a:rPr sz="1600" dirty="0"/>
              <a:t> in range(1000):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rec = </a:t>
            </a:r>
            <a:r>
              <a:rPr sz="1600" dirty="0" err="1"/>
              <a:t>gen_record</a:t>
            </a:r>
            <a:r>
              <a:rPr sz="1600" dirty="0"/>
              <a:t>("</a:t>
            </a:r>
            <a:r>
              <a:rPr sz="1600" dirty="0" err="1"/>
              <a:t>DTRK"+str</a:t>
            </a:r>
            <a:r>
              <a:rPr sz="1600" dirty="0"/>
              <a:t>(i%10).</a:t>
            </a:r>
            <a:r>
              <a:rPr sz="1600" dirty="0" err="1"/>
              <a:t>zfill</a:t>
            </a:r>
            <a:r>
              <a:rPr sz="1600" dirty="0"/>
              <a:t>(5))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</a:t>
            </a:r>
            <a:r>
              <a:rPr sz="1600" dirty="0" err="1"/>
              <a:t>requests.post</a:t>
            </a:r>
            <a:r>
              <a:rPr sz="1600" dirty="0"/>
              <a:t>(API_ENDPOINT, </a:t>
            </a:r>
            <a:r>
              <a:rPr sz="1600" dirty="0" err="1"/>
              <a:t>json</a:t>
            </a:r>
            <a:r>
              <a:rPr sz="1600" dirty="0"/>
              <a:t>=rec, timeout=2)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</a:t>
            </a:r>
            <a:r>
              <a:rPr sz="1600" dirty="0" err="1"/>
              <a:t>time.sleep</a:t>
            </a:r>
            <a:r>
              <a:rPr sz="1600" dirty="0"/>
              <a:t>(0.1)</a:t>
            </a:r>
            <a:endParaRPr lang="en-GB"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endParaRPr lang="en-IN"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endParaRPr lang="en-IN"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 Microservice (FastAPI)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Receives telemetry JSON over HTTP or AMQP</a:t>
            </a:r>
          </a:p>
          <a:p>
            <a:r>
              <a:t>Validates and enriches (geolocation, VIN lookup)</a:t>
            </a:r>
          </a:p>
          <a:p>
            <a:r>
              <a:t>Publishes to Event Hub or writes to Delta via write-api</a:t>
            </a:r>
          </a:p>
          <a:p>
            <a:r>
              <a:t>Implements auth + rate limiting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Code: FastAPI Ingest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638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ingest_service/main.py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from </a:t>
            </a:r>
            <a:r>
              <a:rPr sz="1600" dirty="0" err="1"/>
              <a:t>fastapi</a:t>
            </a:r>
            <a:r>
              <a:rPr sz="1600" dirty="0"/>
              <a:t> import </a:t>
            </a:r>
            <a:r>
              <a:rPr sz="1600" dirty="0" err="1"/>
              <a:t>FastAPI</a:t>
            </a:r>
            <a:r>
              <a:rPr sz="1600" dirty="0"/>
              <a:t>, </a:t>
            </a:r>
            <a:r>
              <a:rPr sz="1600" dirty="0" err="1"/>
              <a:t>HTTPException</a:t>
            </a:r>
            <a:r>
              <a:rPr sz="1600" dirty="0"/>
              <a:t>, Request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from </a:t>
            </a:r>
            <a:r>
              <a:rPr sz="1600" dirty="0" err="1"/>
              <a:t>pydantic</a:t>
            </a:r>
            <a:r>
              <a:rPr sz="1600" dirty="0"/>
              <a:t> import </a:t>
            </a:r>
            <a:r>
              <a:rPr sz="1600" dirty="0" err="1"/>
              <a:t>BaseModel</a:t>
            </a:r>
            <a:endParaRPr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import </a:t>
            </a:r>
            <a:r>
              <a:rPr sz="1600" dirty="0" err="1"/>
              <a:t>asyncio</a:t>
            </a:r>
            <a:r>
              <a:rPr sz="1600" dirty="0"/>
              <a:t>, </a:t>
            </a:r>
            <a:r>
              <a:rPr sz="1600" dirty="0" err="1"/>
              <a:t>json</a:t>
            </a:r>
            <a:endParaRPr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class Telemetry(</a:t>
            </a:r>
            <a:r>
              <a:rPr sz="1600" dirty="0" err="1"/>
              <a:t>BaseModel</a:t>
            </a:r>
            <a:r>
              <a:rPr sz="1600" dirty="0"/>
              <a:t>):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vin: str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timestamp: int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engine_temp</a:t>
            </a:r>
            <a:r>
              <a:rPr sz="1600" dirty="0"/>
              <a:t>: float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brake_pressure</a:t>
            </a:r>
            <a:r>
              <a:rPr sz="1600" dirty="0"/>
              <a:t>: float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vibration: float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endParaRPr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app = </a:t>
            </a:r>
            <a:r>
              <a:rPr sz="1600" dirty="0" err="1"/>
              <a:t>FastAPI</a:t>
            </a:r>
            <a:r>
              <a:rPr sz="1600" dirty="0"/>
              <a:t>()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endParaRPr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@app.post("/ingest")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async def ingest(data: Telemetry):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# basic validation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if not </a:t>
            </a:r>
            <a:r>
              <a:rPr sz="1600" dirty="0" err="1"/>
              <a:t>data.vin</a:t>
            </a:r>
            <a:r>
              <a:rPr sz="1600" dirty="0"/>
              <a:t>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raise </a:t>
            </a:r>
            <a:r>
              <a:rPr sz="1600" dirty="0" err="1"/>
              <a:t>HTTPException</a:t>
            </a:r>
            <a:r>
              <a:rPr sz="1600" dirty="0"/>
              <a:t>(</a:t>
            </a:r>
            <a:r>
              <a:rPr sz="1600" dirty="0" err="1"/>
              <a:t>status_code</a:t>
            </a:r>
            <a:r>
              <a:rPr sz="1600" dirty="0"/>
              <a:t>=400, detail="vin required")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# publish to Event Hub / write to DB (pseudo)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await </a:t>
            </a:r>
            <a:r>
              <a:rPr sz="1600" dirty="0" err="1"/>
              <a:t>asyncio.sleep</a:t>
            </a:r>
            <a:r>
              <a:rPr sz="1600" dirty="0"/>
              <a:t>(0)  # placeholder for async publish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return {"</a:t>
            </a:r>
            <a:r>
              <a:rPr sz="1600" dirty="0" err="1"/>
              <a:t>status":"accepted</a:t>
            </a:r>
            <a:r>
              <a:rPr sz="1600" dirty="0"/>
              <a:t>"}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 Processing &amp; Feature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Databricks Structured Streaming to compute rolling aggregates</a:t>
            </a:r>
          </a:p>
          <a:p>
            <a:r>
              <a:t>Feature store for ML features (e.g., temp_mean_1h, vibration_std_24h)</a:t>
            </a:r>
          </a:p>
          <a:p>
            <a:r>
              <a:t>Store features in Delta tables and serving layer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Time-series models: LSTM / Transformer for sequence forecasting</a:t>
            </a:r>
          </a:p>
          <a:p>
            <a:r>
              <a:t>Anomaly detection: Isolation Forest / Autoencoder</a:t>
            </a:r>
          </a:p>
          <a:p>
            <a:r>
              <a:t>Graph Neural Network for part-relationship impact</a:t>
            </a:r>
          </a:p>
          <a:p>
            <a:r>
              <a:t>Model outputs: risk_score, failure_type, time_to_failure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Code: Model Training (</a:t>
            </a:r>
            <a:r>
              <a:rPr sz="3600" dirty="0" err="1"/>
              <a:t>PyTorch</a:t>
            </a:r>
            <a:r>
              <a:rPr sz="3600" dirty="0"/>
              <a:t> Simplified)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6310" y="1491320"/>
            <a:ext cx="822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train_model.py (simplified)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import torch, </a:t>
            </a:r>
            <a:r>
              <a:rPr sz="1600" dirty="0" err="1"/>
              <a:t>torch.nn</a:t>
            </a:r>
            <a:r>
              <a:rPr sz="1600" dirty="0"/>
              <a:t> as </a:t>
            </a:r>
            <a:r>
              <a:rPr sz="1600" dirty="0" err="1"/>
              <a:t>nn</a:t>
            </a:r>
            <a:endParaRPr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from </a:t>
            </a:r>
            <a:r>
              <a:rPr sz="1600" dirty="0" err="1"/>
              <a:t>torch.utils.data</a:t>
            </a:r>
            <a:r>
              <a:rPr sz="1600" dirty="0"/>
              <a:t> import </a:t>
            </a:r>
            <a:r>
              <a:rPr sz="1600" dirty="0" err="1"/>
              <a:t>DataLoader</a:t>
            </a:r>
            <a:r>
              <a:rPr sz="1600" dirty="0"/>
              <a:t>, Dataset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endParaRPr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class </a:t>
            </a:r>
            <a:r>
              <a:rPr sz="1600" dirty="0" err="1"/>
              <a:t>SimpleLSTM</a:t>
            </a:r>
            <a:r>
              <a:rPr sz="1600" dirty="0"/>
              <a:t>(</a:t>
            </a:r>
            <a:r>
              <a:rPr sz="1600" dirty="0" err="1"/>
              <a:t>nn.Module</a:t>
            </a:r>
            <a:r>
              <a:rPr sz="1600" dirty="0"/>
              <a:t>):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def __</a:t>
            </a:r>
            <a:r>
              <a:rPr sz="1600" dirty="0" err="1"/>
              <a:t>init</a:t>
            </a:r>
            <a:r>
              <a:rPr sz="1600" dirty="0"/>
              <a:t>__(self, </a:t>
            </a:r>
            <a:r>
              <a:rPr sz="1600" dirty="0" err="1"/>
              <a:t>input_size</a:t>
            </a:r>
            <a:r>
              <a:rPr sz="1600" dirty="0"/>
              <a:t>, hidden=64):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super().__</a:t>
            </a:r>
            <a:r>
              <a:rPr sz="1600" dirty="0" err="1"/>
              <a:t>init</a:t>
            </a:r>
            <a:r>
              <a:rPr sz="1600" dirty="0"/>
              <a:t>__()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</a:t>
            </a:r>
            <a:r>
              <a:rPr sz="1600" dirty="0" err="1"/>
              <a:t>self.lstm</a:t>
            </a:r>
            <a:r>
              <a:rPr sz="1600" dirty="0"/>
              <a:t> = </a:t>
            </a:r>
            <a:r>
              <a:rPr sz="1600" dirty="0" err="1"/>
              <a:t>nn.LSTM</a:t>
            </a:r>
            <a:r>
              <a:rPr sz="1600" dirty="0"/>
              <a:t>(</a:t>
            </a:r>
            <a:r>
              <a:rPr sz="1600" dirty="0" err="1"/>
              <a:t>input_size</a:t>
            </a:r>
            <a:r>
              <a:rPr sz="1600" dirty="0"/>
              <a:t>, hidden, </a:t>
            </a:r>
            <a:r>
              <a:rPr sz="1600" dirty="0" err="1"/>
              <a:t>batch_first</a:t>
            </a:r>
            <a:r>
              <a:rPr sz="1600" dirty="0"/>
              <a:t>=True)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</a:t>
            </a:r>
            <a:r>
              <a:rPr sz="1600" dirty="0" err="1"/>
              <a:t>self.fc</a:t>
            </a:r>
            <a:r>
              <a:rPr sz="1600" dirty="0"/>
              <a:t> = </a:t>
            </a:r>
            <a:r>
              <a:rPr sz="1600" dirty="0" err="1"/>
              <a:t>nn.Linear</a:t>
            </a:r>
            <a:r>
              <a:rPr sz="1600" dirty="0"/>
              <a:t>(hidden, 1)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def forward(self, x):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out, _ = </a:t>
            </a:r>
            <a:r>
              <a:rPr sz="1600" dirty="0" err="1"/>
              <a:t>self.lstm</a:t>
            </a:r>
            <a:r>
              <a:rPr sz="1600" dirty="0"/>
              <a:t>(x)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return </a:t>
            </a:r>
            <a:r>
              <a:rPr sz="1600" dirty="0" err="1"/>
              <a:t>self.fc</a:t>
            </a:r>
            <a:r>
              <a:rPr sz="1600" dirty="0"/>
              <a:t>(out[:, -1, :])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endParaRPr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dataset, </a:t>
            </a:r>
            <a:r>
              <a:rPr sz="1600" dirty="0" err="1"/>
              <a:t>dataloader</a:t>
            </a:r>
            <a:r>
              <a:rPr sz="1600" dirty="0"/>
              <a:t> omitted for brevity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train loop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model = </a:t>
            </a:r>
            <a:r>
              <a:rPr sz="1600" dirty="0" err="1"/>
              <a:t>SimpleLSTM</a:t>
            </a:r>
            <a:r>
              <a:rPr sz="1600" dirty="0"/>
              <a:t>(</a:t>
            </a:r>
            <a:r>
              <a:rPr sz="1600" dirty="0" err="1"/>
              <a:t>input_size</a:t>
            </a:r>
            <a:r>
              <a:rPr sz="1600" dirty="0"/>
              <a:t>=3)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optimizer = </a:t>
            </a:r>
            <a:r>
              <a:rPr sz="1600" dirty="0" err="1"/>
              <a:t>torch.optim.Adam</a:t>
            </a:r>
            <a:r>
              <a:rPr sz="1600" dirty="0"/>
              <a:t>(</a:t>
            </a:r>
            <a:r>
              <a:rPr sz="1600" dirty="0" err="1"/>
              <a:t>model.parameters</a:t>
            </a:r>
            <a:r>
              <a:rPr sz="1600" dirty="0"/>
              <a:t>(), </a:t>
            </a:r>
            <a:r>
              <a:rPr sz="1600" dirty="0" err="1"/>
              <a:t>lr</a:t>
            </a:r>
            <a:r>
              <a:rPr sz="1600" dirty="0"/>
              <a:t>=1e-3)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criterion = </a:t>
            </a:r>
            <a:r>
              <a:rPr sz="1600" dirty="0" err="1"/>
              <a:t>nn.MSELoss</a:t>
            </a:r>
            <a:r>
              <a:rPr sz="1600" dirty="0"/>
              <a:t>()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for epoch, batch in loader: ...</a:t>
            </a:r>
            <a:endParaRPr lang="en-GB"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 RMSE, Precision@K for failures, ROC-AUC for anomaly detection</a:t>
            </a:r>
          </a:p>
          <a:p>
            <a:r>
              <a:t>Backtesting on historical telemetry &amp; maintenance logs</a:t>
            </a:r>
          </a:p>
          <a:p>
            <a:r>
              <a:t>Model explainability: SHAP for feature importance</a:t>
            </a:r>
          </a:p>
          <a:p>
            <a:r>
              <a:t>Model registry: Azure ML / MLflow for versioning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GenAI </a:t>
            </a:r>
            <a:r>
              <a:rPr sz="3600" dirty="0">
                <a:solidFill>
                  <a:schemeClr val="accent6"/>
                </a:solidFill>
              </a:rPr>
              <a:t>RAG</a:t>
            </a:r>
            <a:r>
              <a:rPr sz="3600" dirty="0"/>
              <a:t>: Compliance &amp; 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Index regulations, manuals, and SOPs into a vector store</a:t>
            </a:r>
          </a:p>
          <a:p>
            <a:r>
              <a:rPr dirty="0"/>
              <a:t>Use RAG (Retrieval-Augmented Generation) to answer compliance queries</a:t>
            </a:r>
          </a:p>
          <a:p>
            <a:r>
              <a:rPr dirty="0"/>
              <a:t>Translate legal text into machine-readable rules for enforcement</a:t>
            </a:r>
          </a:p>
          <a:p>
            <a:r>
              <a:rPr dirty="0"/>
              <a:t>Use for technician assistant and compliance auditor alerts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Code: </a:t>
            </a:r>
            <a:r>
              <a:rPr dirty="0">
                <a:solidFill>
                  <a:schemeClr val="accent5"/>
                </a:solidFill>
              </a:rPr>
              <a:t>RAG Flow </a:t>
            </a:r>
            <a:r>
              <a:rPr dirty="0"/>
              <a:t>(Pseudo)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748" y="1417638"/>
            <a:ext cx="8229600" cy="436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rag_example.py (pseudo)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from </a:t>
            </a:r>
            <a:r>
              <a:rPr sz="1600" dirty="0" err="1"/>
              <a:t>langchain</a:t>
            </a:r>
            <a:r>
              <a:rPr sz="1600" dirty="0"/>
              <a:t> import OpenAI, </a:t>
            </a:r>
            <a:r>
              <a:rPr sz="1600" dirty="0" err="1"/>
              <a:t>VectorstoreRetriever</a:t>
            </a:r>
            <a:endParaRPr sz="1600" dirty="0"/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 err="1"/>
              <a:t>llm</a:t>
            </a:r>
            <a:r>
              <a:rPr sz="1600" dirty="0"/>
              <a:t> = OpenAI(model='gpt-4o-mini')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retriever = </a:t>
            </a:r>
            <a:r>
              <a:rPr sz="1600" dirty="0" err="1"/>
              <a:t>VectorstoreRetriever.from_local_index</a:t>
            </a:r>
            <a:r>
              <a:rPr sz="1600" dirty="0"/>
              <a:t>('</a:t>
            </a:r>
            <a:r>
              <a:rPr sz="1600" dirty="0" err="1"/>
              <a:t>regulations_index</a:t>
            </a:r>
            <a:r>
              <a:rPr sz="1600" dirty="0"/>
              <a:t>')</a:t>
            </a:r>
            <a:endParaRPr lang="en-GB"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endParaRPr sz="1600" dirty="0"/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def answer(query):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docs = </a:t>
            </a:r>
            <a:r>
              <a:rPr sz="1600" dirty="0" err="1"/>
              <a:t>retriever.get_relevant</a:t>
            </a:r>
            <a:r>
              <a:rPr sz="1600" dirty="0"/>
              <a:t>(query, k=5)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prompt = """Use the following docs to answer and then produce machine-check logic:\n{docs}\</a:t>
            </a:r>
            <a:r>
              <a:rPr sz="1600" dirty="0" err="1"/>
              <a:t>nQuestion</a:t>
            </a:r>
            <a:r>
              <a:rPr sz="1600" dirty="0"/>
              <a:t>:{query}"""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return </a:t>
            </a:r>
            <a:r>
              <a:rPr sz="1600" dirty="0" err="1"/>
              <a:t>llm.generate</a:t>
            </a:r>
            <a:r>
              <a:rPr sz="1600" dirty="0"/>
              <a:t>(</a:t>
            </a:r>
            <a:r>
              <a:rPr sz="1600" dirty="0" err="1"/>
              <a:t>prompt.format</a:t>
            </a:r>
            <a:r>
              <a:rPr sz="1600" dirty="0"/>
              <a:t>(docs=docs, query=query))</a:t>
            </a:r>
            <a:endParaRPr lang="en-GB" sz="1600" dirty="0"/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endParaRPr lang="en-IN" sz="1600" dirty="0"/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endParaRPr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Technician Copilot (</a:t>
            </a:r>
            <a:r>
              <a:rPr dirty="0">
                <a:solidFill>
                  <a:schemeClr val="accent5"/>
                </a:solidFill>
              </a:rPr>
              <a:t>UX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 + voice assistant in workshop app</a:t>
            </a:r>
          </a:p>
          <a:p>
            <a:r>
              <a:t>Auto-suggested step-by-step repairs with torque specs</a:t>
            </a:r>
          </a:p>
          <a:p>
            <a:r>
              <a:t>Inline links to diagrams and historical repairs</a:t>
            </a:r>
          </a:p>
          <a:p>
            <a:r>
              <a:t>Ability to create a maintenance order automatically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dirty="0"/>
              <a:t>Maintenance Orchestration </a:t>
            </a:r>
            <a:r>
              <a:rPr sz="3600" dirty="0">
                <a:solidFill>
                  <a:schemeClr val="accent2"/>
                </a:solidFill>
              </a:rPr>
              <a:t>Microservice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 model risk scores and decide actions</a:t>
            </a:r>
          </a:p>
          <a:p>
            <a:r>
              <a:t>Check spare parts inventory (ERP) and schedule workshop</a:t>
            </a:r>
          </a:p>
          <a:p>
            <a:r>
              <a:t>Create work orders in SAP via API</a:t>
            </a:r>
          </a:p>
          <a:p>
            <a:r>
              <a:t>Notify fleet manager and confirm appointment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Code: </a:t>
            </a:r>
            <a:r>
              <a:rPr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Orchestration Endpoint </a:t>
            </a:r>
            <a:r>
              <a:rPr sz="3600" dirty="0"/>
              <a:t>(</a:t>
            </a:r>
            <a:r>
              <a:rPr sz="3600" dirty="0" err="1"/>
              <a:t>FastAPI</a:t>
            </a:r>
            <a:r>
              <a:rPr sz="3600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2042" y="1234440"/>
            <a:ext cx="8229600" cy="448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orchestrator/main.py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from </a:t>
            </a:r>
            <a:r>
              <a:rPr sz="1600" dirty="0" err="1"/>
              <a:t>fastapi</a:t>
            </a:r>
            <a:r>
              <a:rPr sz="1600" dirty="0"/>
              <a:t> import </a:t>
            </a:r>
            <a:r>
              <a:rPr sz="1600" dirty="0" err="1"/>
              <a:t>FastAPI</a:t>
            </a:r>
            <a:endParaRPr sz="1600" dirty="0"/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app = </a:t>
            </a:r>
            <a:r>
              <a:rPr sz="1600" dirty="0" err="1"/>
              <a:t>FastAPI</a:t>
            </a:r>
            <a:r>
              <a:rPr sz="1600" dirty="0"/>
              <a:t>()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endParaRPr sz="1600" dirty="0"/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@app.post("/orchestrate")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def orchestrate(payload: </a:t>
            </a:r>
            <a:r>
              <a:rPr sz="1600" dirty="0" err="1"/>
              <a:t>dict</a:t>
            </a:r>
            <a:r>
              <a:rPr sz="1600" dirty="0"/>
              <a:t>):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# payload contains vin, </a:t>
            </a:r>
            <a:r>
              <a:rPr sz="1600" dirty="0" err="1"/>
              <a:t>risk_score</a:t>
            </a:r>
            <a:r>
              <a:rPr sz="1600" dirty="0"/>
              <a:t>, </a:t>
            </a:r>
            <a:r>
              <a:rPr sz="1600" dirty="0" err="1"/>
              <a:t>predicted_failure</a:t>
            </a:r>
            <a:endParaRPr sz="1600" dirty="0"/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# 1) check parts via ERP API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# 2) schedule workshop slot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# 3) create work order in SAP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# 4) notify stakeholders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return {"status":"scheduled","eta_days":3}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Recall Auto-Matching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 vendor recall feeds (API / CSV)</a:t>
            </a:r>
          </a:p>
          <a:p>
            <a:r>
              <a:t>Match part lot numbers to VINs via parts graph</a:t>
            </a:r>
          </a:p>
          <a:p>
            <a:r>
              <a:t>Auto-open recall jobs and notify affected owners</a:t>
            </a:r>
          </a:p>
          <a:p>
            <a:r>
              <a:t>Measure recall closure rate in dashboard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Power BI Dashboard: </a:t>
            </a:r>
            <a:r>
              <a:rPr sz="3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Fleet health overview (risk distribution)</a:t>
            </a:r>
          </a:p>
          <a:p>
            <a:r>
              <a:t>Map view of active incidents</a:t>
            </a:r>
          </a:p>
          <a:p>
            <a:r>
              <a:t>Workshop utilization &amp; backlog</a:t>
            </a:r>
          </a:p>
          <a:p>
            <a:r>
              <a:t>Recall impact and remediation progress</a:t>
            </a:r>
          </a:p>
          <a:p>
            <a:r>
              <a:t>Technician performance metrics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Power BI 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 TelemetryFeatures, Vehicles, WorkOrders, RecallEvents, Workshops</a:t>
            </a:r>
          </a:p>
          <a:p>
            <a:r>
              <a:t>Relationships: Vehicles(VIN) → TelemetryFeatures; Vehicles → WorkOrders</a:t>
            </a:r>
          </a:p>
          <a:p>
            <a:r>
              <a:t>Measures: ActiveRiskCount, AvgTimeToRepair, RecallOpenRate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Power BI Mockup - </a:t>
            </a: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Fleet Health</a:t>
            </a:r>
          </a:p>
        </p:txBody>
      </p:sp>
      <p:pic>
        <p:nvPicPr>
          <p:cNvPr id="3" name="Picture 2" descr="powerbi_moc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Power BI</a:t>
            </a:r>
            <a:r>
              <a:rPr dirty="0"/>
              <a:t>: Lab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Connect to Azure Data Lake / Delta tables (or CSV for lab)</a:t>
            </a:r>
          </a:p>
          <a:p>
            <a:r>
              <a:rPr sz="2800" dirty="0"/>
              <a:t>Import tables and </a:t>
            </a:r>
            <a:r>
              <a:rPr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define relationships</a:t>
            </a:r>
          </a:p>
          <a:p>
            <a:r>
              <a:rPr sz="2800" dirty="0"/>
              <a:t>Create measures using </a:t>
            </a:r>
            <a:r>
              <a:rPr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DAX</a:t>
            </a:r>
            <a:r>
              <a:rPr sz="2800" dirty="0"/>
              <a:t>: </a:t>
            </a:r>
            <a:r>
              <a:rPr sz="2800" dirty="0" err="1"/>
              <a:t>ActiveRiskCount</a:t>
            </a:r>
            <a:r>
              <a:rPr sz="2800" dirty="0"/>
              <a:t> = COUNTROWS(FILTER(</a:t>
            </a:r>
            <a:r>
              <a:rPr sz="2800" dirty="0" err="1"/>
              <a:t>TelemetryFeatures</a:t>
            </a:r>
            <a:r>
              <a:rPr sz="2800" dirty="0"/>
              <a:t>, </a:t>
            </a:r>
            <a:r>
              <a:rPr sz="2800" dirty="0" err="1"/>
              <a:t>TelemetryFeatures</a:t>
            </a:r>
            <a:r>
              <a:rPr sz="2800" dirty="0"/>
              <a:t>[risk]&gt;0.7))</a:t>
            </a:r>
          </a:p>
          <a:p>
            <a:r>
              <a:rPr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Build visuals</a:t>
            </a:r>
            <a:r>
              <a:rPr sz="2800" dirty="0"/>
              <a:t>: KPI cards, map (use </a:t>
            </a:r>
            <a:r>
              <a:rPr sz="2800" dirty="0" err="1"/>
              <a:t>lat</a:t>
            </a:r>
            <a:r>
              <a:rPr sz="2800" dirty="0"/>
              <a:t>/long), bar charts, tables</a:t>
            </a:r>
          </a:p>
          <a:p>
            <a:r>
              <a:rPr sz="2800" dirty="0"/>
              <a:t>Publish to Power BI Service and create dashboards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 Structure (Suggested)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telemetry-sim/           # simulator</a:t>
            </a:r>
          </a:p>
          <a:p>
            <a:r>
              <a:t>ingest-service/          # FastAPI ingest</a:t>
            </a:r>
          </a:p>
          <a:p>
            <a:r>
              <a:t>orchestrator/            # FastAPI orchestration</a:t>
            </a:r>
          </a:p>
          <a:p>
            <a:r>
              <a:t>models/                  # training &amp; notebooks</a:t>
            </a:r>
          </a:p>
          <a:p>
            <a:r>
              <a:t>infra/                   # Dockerfiles, k8s manifests</a:t>
            </a:r>
          </a:p>
          <a:p>
            <a:r>
              <a:t>powerbi/                 # report .pbix or instructions</a:t>
            </a:r>
          </a:p>
          <a:p>
            <a:r>
              <a:t>docs/                    # lab guide and README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5736" y="1417638"/>
            <a:ext cx="82296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# </a:t>
            </a:r>
            <a:r>
              <a:rPr sz="2400" dirty="0" err="1"/>
              <a:t>Dockerfile</a:t>
            </a:r>
            <a:r>
              <a:rPr sz="2400" dirty="0"/>
              <a:t> (ingest service)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FROM python:3.11-slim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WORKDIR /app</a:t>
            </a:r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COPY requirements.txt .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RUN pip install -r requirements.txt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COPY . .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CMD ["</a:t>
            </a:r>
            <a:r>
              <a:rPr sz="2400" dirty="0" err="1"/>
              <a:t>uvicorn</a:t>
            </a:r>
            <a:r>
              <a:rPr sz="2400" dirty="0"/>
              <a:t>", "</a:t>
            </a:r>
            <a:r>
              <a:rPr sz="2400" dirty="0" err="1"/>
              <a:t>main:app</a:t>
            </a:r>
            <a:r>
              <a:rPr sz="2400" dirty="0"/>
              <a:t>", "--host", "0.0.0.0", "--port", "8000"]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Kubernetes Deployment (AKS)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4442"/>
            <a:ext cx="822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</a:t>
            </a:r>
            <a:r>
              <a:rPr sz="1600" dirty="0" err="1"/>
              <a:t>deployment.yaml</a:t>
            </a:r>
            <a:r>
              <a:rPr sz="1600" dirty="0"/>
              <a:t> (simplified)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 err="1"/>
              <a:t>apiVersion</a:t>
            </a:r>
            <a:r>
              <a:rPr sz="1600" dirty="0"/>
              <a:t>: apps/v1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kind: Deployment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metadata: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name: ingest-service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spec: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replicas: 2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selector: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</a:t>
            </a:r>
            <a:r>
              <a:rPr sz="1600" dirty="0" err="1"/>
              <a:t>matchLabels</a:t>
            </a:r>
            <a:r>
              <a:rPr sz="1600" dirty="0"/>
              <a:t>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app: ingest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template: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metadata: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labels: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app: ingest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spec: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containers: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- name: ingest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image: </a:t>
            </a:r>
            <a:r>
              <a:rPr sz="1600" dirty="0" err="1"/>
              <a:t>myregistry</a:t>
            </a:r>
            <a:r>
              <a:rPr sz="1600" dirty="0"/>
              <a:t>/</a:t>
            </a:r>
            <a:r>
              <a:rPr sz="1600" dirty="0" err="1"/>
              <a:t>ingest:latest</a:t>
            </a:r>
            <a:endParaRPr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ports: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- </a:t>
            </a:r>
            <a:r>
              <a:rPr sz="1600" dirty="0" err="1"/>
              <a:t>containerPort</a:t>
            </a:r>
            <a:r>
              <a:rPr sz="1600" dirty="0"/>
              <a:t>: 8000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GitHub Actions: </a:t>
            </a:r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CI/CD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188" y="142895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# .github/workflows/ci-</a:t>
            </a:r>
            <a:r>
              <a:rPr sz="1600" dirty="0" err="1"/>
              <a:t>cd.yaml</a:t>
            </a:r>
            <a:endParaRPr sz="16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name: CI/CD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on: [push]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jobs: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build: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runs-on: ubuntu-latest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steps: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- uses: actions/checkout@v4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- uses: actions/setup-python@v4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  with: python-version: '3.11'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- run: pip install -r requirements.txt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- run: pytest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- run: docker build -t </a:t>
            </a:r>
            <a:r>
              <a:rPr sz="1600" dirty="0" err="1"/>
              <a:t>myregistry</a:t>
            </a:r>
            <a:r>
              <a:rPr sz="1600" dirty="0"/>
              <a:t>/ingest:${{ </a:t>
            </a:r>
            <a:r>
              <a:rPr sz="1600" dirty="0" err="1"/>
              <a:t>github.sha</a:t>
            </a:r>
            <a:r>
              <a:rPr sz="1600" dirty="0"/>
              <a:t> }} .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1600" dirty="0"/>
              <a:t>      - run: docker push </a:t>
            </a:r>
            <a:r>
              <a:rPr sz="1600" dirty="0" err="1"/>
              <a:t>myregistry</a:t>
            </a:r>
            <a:r>
              <a:rPr sz="1600" dirty="0"/>
              <a:t>/ingest:${{ </a:t>
            </a:r>
            <a:r>
              <a:rPr sz="1600" dirty="0" err="1"/>
              <a:t>github.sha</a:t>
            </a:r>
            <a:r>
              <a:rPr sz="1600" dirty="0"/>
              <a:t> }}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DevSecOps Checks (Lab)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analysis: Bandit for Python, Snyk/Dependabot for deps</a:t>
            </a:r>
          </a:p>
          <a:p>
            <a:r>
              <a:t>SAST + DAST scanning in pipeline</a:t>
            </a:r>
          </a:p>
          <a:p>
            <a:r>
              <a:t>SBOM generation and vulnerability gating</a:t>
            </a:r>
          </a:p>
          <a:p>
            <a:r>
              <a:t>Secrets scanning and policy enforcement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Security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 identity &amp; provisioning (X.509 certs)</a:t>
            </a:r>
          </a:p>
          <a:p>
            <a:r>
              <a:t>Data encryption in transit (TLS) and at rest</a:t>
            </a:r>
          </a:p>
          <a:p>
            <a:r>
              <a:t>Firmware signing and secure OTA</a:t>
            </a:r>
          </a:p>
          <a:p>
            <a:r>
              <a:t>Throttling and anomaly detection for device compromise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 Prometheus + Azure Monitor</a:t>
            </a:r>
          </a:p>
          <a:p>
            <a:r>
              <a:t>Tracing: OpenTelemetry</a:t>
            </a:r>
          </a:p>
          <a:p>
            <a:r>
              <a:t>Logging: ELK or Azure Log Analytics</a:t>
            </a:r>
          </a:p>
          <a:p>
            <a:r>
              <a:t>Alerting: PagerDuty or Teams integration for critical failures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Lab: Demo Plan (2.5 - 3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 A (30m): Run telemetry simulator &amp; ingest service</a:t>
            </a:r>
          </a:p>
          <a:p>
            <a:r>
              <a:t>Part B (45m): Stream processing &amp; feature extraction (notebook)</a:t>
            </a:r>
          </a:p>
          <a:p>
            <a:r>
              <a:t>Part C (45m): Train a simple model &amp; generate risk scores</a:t>
            </a:r>
          </a:p>
          <a:p>
            <a:r>
              <a:t>Part D (30m): RAG demo for compliance queries</a:t>
            </a:r>
          </a:p>
          <a:p>
            <a:r>
              <a:t>Part E (30m): Deploy services to AKS (optional) and view Power BI dashboard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false positives in anomaly detection — tune thresholds</a:t>
            </a:r>
          </a:p>
          <a:p>
            <a:r>
              <a:t>Model drift — schedule retraining &amp; monitoring</a:t>
            </a:r>
          </a:p>
          <a:p>
            <a:r>
              <a:t>Latency in ingest pipeline — scale Event Hub / partitions</a:t>
            </a:r>
          </a:p>
          <a:p>
            <a:r>
              <a:t>Missing parts in ERP — fallback to nearest dealer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Resources &amp;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3.11, Azure CLI (or local alternatives), Docker</a:t>
            </a:r>
          </a:p>
          <a:p>
            <a:r>
              <a:t>Power BI Desktop (for dashboard build)</a:t>
            </a:r>
          </a:p>
          <a:p>
            <a:r>
              <a:t>Optional: Azure subscription for full cloud deployment</a:t>
            </a:r>
          </a:p>
          <a:p>
            <a:r>
              <a:t>GitHub account for repo and Actions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Using GitHub Copilot: Prompt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2615" y="1642150"/>
            <a:ext cx="8229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# Example prompt for GitHub Copilot:</a:t>
            </a:r>
            <a:endParaRPr lang="en-GB" sz="2400" dirty="0"/>
          </a:p>
          <a:p>
            <a:pPr>
              <a:lnSpc>
                <a:spcPct val="150000"/>
              </a:lnSpc>
              <a:defRPr sz="1200">
                <a:solidFill>
                  <a:srgbClr val="000000"/>
                </a:solidFill>
                <a:latin typeface="Consolas"/>
              </a:defRPr>
            </a:pPr>
            <a:endParaRPr sz="24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"""Write a </a:t>
            </a:r>
            <a:r>
              <a:rPr sz="2400" dirty="0" err="1"/>
              <a:t>FastAPI</a:t>
            </a:r>
            <a:r>
              <a:rPr sz="2400" dirty="0"/>
              <a:t> endpoint that validates telemetry, enriches with VIN metadata,</a:t>
            </a:r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and publishes to Azure Event Hub using </a:t>
            </a:r>
            <a:r>
              <a:rPr sz="2400" dirty="0" err="1"/>
              <a:t>asyncio</a:t>
            </a:r>
            <a:r>
              <a:rPr sz="2400" dirty="0"/>
              <a:t>."""</a:t>
            </a:r>
            <a:endParaRPr lang="en-GB" sz="24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endParaRPr sz="2400" dirty="0"/>
          </a:p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rPr sz="2400" dirty="0"/>
              <a:t># Copilot will generate the function body which you should review and secure.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ingest service and telemetry simulator</a:t>
            </a:r>
          </a:p>
          <a:p>
            <a:r>
              <a:t>Trained predictive model with evaluation report</a:t>
            </a:r>
          </a:p>
          <a:p>
            <a:r>
              <a:t>RAG-based compliance assistant demo</a:t>
            </a:r>
          </a:p>
          <a:p>
            <a:r>
              <a:t>Power BI dashboard (published or PBIX file)</a:t>
            </a:r>
          </a:p>
          <a:p>
            <a:r>
              <a:t>README and deployment guide in GitHub repo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Integrate real </a:t>
            </a:r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CAN bus data </a:t>
            </a:r>
            <a:r>
              <a:rPr dirty="0"/>
              <a:t>and OEM diagnostics</a:t>
            </a:r>
          </a:p>
          <a:p>
            <a:r>
              <a:rPr dirty="0"/>
              <a:t>Add </a:t>
            </a:r>
            <a:r>
              <a:rPr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OTA remediation </a:t>
            </a:r>
            <a:r>
              <a:rPr dirty="0"/>
              <a:t>for certain failures</a:t>
            </a:r>
          </a:p>
          <a:p>
            <a:r>
              <a:rPr dirty="0"/>
              <a:t>Marketplace for predictive maintenance as subscription</a:t>
            </a:r>
          </a:p>
          <a:p>
            <a:r>
              <a:rPr dirty="0"/>
              <a:t>Enhance technician assistant with AR overlays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2078</Words>
  <Application>Microsoft Office PowerPoint</Application>
  <PresentationFormat>On-screen Show (4:3)</PresentationFormat>
  <Paragraphs>286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AI Predictive Compliance &amp; Maintenance Orchestrator</vt:lpstr>
      <vt:lpstr>Agenda (Class Lab Overview)</vt:lpstr>
      <vt:lpstr>Learning Outcomes</vt:lpstr>
      <vt:lpstr>Business Problem</vt:lpstr>
      <vt:lpstr>Solution Overview</vt:lpstr>
      <vt:lpstr>Architecture Diagram</vt:lpstr>
      <vt:lpstr>Data Sources &amp; Schema</vt:lpstr>
      <vt:lpstr>Telemetry Ingestion Design</vt:lpstr>
      <vt:lpstr>Lab: Telemetry Generator</vt:lpstr>
      <vt:lpstr>Code: Telemetry Simulator (Python)</vt:lpstr>
      <vt:lpstr>Ingest Microservice (FastAPI)</vt:lpstr>
      <vt:lpstr>Code: FastAPI Ingest Endpoint</vt:lpstr>
      <vt:lpstr>Stream Processing &amp; Feature Store</vt:lpstr>
      <vt:lpstr>Model Design</vt:lpstr>
      <vt:lpstr>Code: Model Training (PyTorch Simplified)</vt:lpstr>
      <vt:lpstr>Model Evaluation</vt:lpstr>
      <vt:lpstr>GenAI RAG: Compliance &amp; Troubleshooting</vt:lpstr>
      <vt:lpstr>Code: RAG Flow (Pseudo)</vt:lpstr>
      <vt:lpstr>Technician Copilot (UX)</vt:lpstr>
      <vt:lpstr>Maintenance Orchestration Microservice</vt:lpstr>
      <vt:lpstr>Code: Orchestration Endpoint (FastAPI)</vt:lpstr>
      <vt:lpstr>Vendor Recall Auto-Matching</vt:lpstr>
      <vt:lpstr>Power BI Dashboard: Requirements</vt:lpstr>
      <vt:lpstr>Power BI Data Model</vt:lpstr>
      <vt:lpstr>Power BI Mockup - Fleet Health</vt:lpstr>
      <vt:lpstr>Power BI: Lab Steps</vt:lpstr>
      <vt:lpstr>GitHub Repo Structure (Suggested)</vt:lpstr>
      <vt:lpstr>Dockerfile Example</vt:lpstr>
      <vt:lpstr>Kubernetes Deployment (AKS) Example</vt:lpstr>
      <vt:lpstr>GitHub Actions: CI/CD Workflow</vt:lpstr>
      <vt:lpstr>DevSecOps Checks (Lab)</vt:lpstr>
      <vt:lpstr>IoT Security Considerations</vt:lpstr>
      <vt:lpstr>Observability</vt:lpstr>
      <vt:lpstr>Class Lab: Demo Plan (2.5 - 3 hours)</vt:lpstr>
      <vt:lpstr>Troubleshooting Scenarios</vt:lpstr>
      <vt:lpstr>Lab Resources &amp; Requirements</vt:lpstr>
      <vt:lpstr>Using GitHub Copilot: Prompt Example</vt:lpstr>
      <vt:lpstr>Assessment &amp; Deliverables</vt:lpstr>
      <vt:lpstr>Next Steps &amp; Extensions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Kenny Napoleon</cp:lastModifiedBy>
  <cp:revision>3</cp:revision>
  <dcterms:created xsi:type="dcterms:W3CDTF">2013-01-27T09:14:16Z</dcterms:created>
  <dcterms:modified xsi:type="dcterms:W3CDTF">2025-11-21T11:32:54Z</dcterms:modified>
  <cp:category/>
</cp:coreProperties>
</file>