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 dirty="0" err="1">
                <a:solidFill>
                  <a:srgbClr val="FF0000"/>
                </a:solidFill>
              </a:rPr>
              <a:t>SecureInvoice</a:t>
            </a:r>
            <a:r>
              <a:rPr dirty="0"/>
              <a:t> – End-to-End </a:t>
            </a:r>
            <a:r>
              <a:rPr dirty="0" err="1"/>
              <a:t>DevSecOps</a:t>
            </a:r>
            <a:r>
              <a:rPr dirty="0"/>
              <a:t> + GenAI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Kanban • Jira • Cucumber • Gherkin • TDD • BDD • OWASP • DevSecOps • Bandit • Power BI • Azure • GenAI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FF0000"/>
                </a:solidFill>
              </a:rPr>
              <a:t>Project</a:t>
            </a:r>
            <a:r>
              <a:rPr dirty="0"/>
              <a:t>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Real-world </a:t>
            </a:r>
            <a:r>
              <a:rPr dirty="0">
                <a:solidFill>
                  <a:srgbClr val="FF0000"/>
                </a:solidFill>
                <a:highlight>
                  <a:srgbClr val="FFFF00"/>
                </a:highlight>
              </a:rPr>
              <a:t>invoice processing </a:t>
            </a:r>
            <a:r>
              <a:rPr dirty="0"/>
              <a:t>platform</a:t>
            </a:r>
          </a:p>
          <a:p>
            <a:pPr lvl="1"/>
            <a:r>
              <a:rPr dirty="0"/>
              <a:t>Covers </a:t>
            </a:r>
            <a:r>
              <a:rPr dirty="0" err="1"/>
              <a:t>DevSecOps</a:t>
            </a:r>
            <a:r>
              <a:rPr dirty="0"/>
              <a:t>, BDD/TDD, OWASP 10, Power BI, GenAI</a:t>
            </a:r>
          </a:p>
          <a:p>
            <a:pPr lvl="1"/>
            <a:r>
              <a:rPr dirty="0"/>
              <a:t>Azure-deployed </a:t>
            </a:r>
            <a:r>
              <a:rPr dirty="0" err="1"/>
              <a:t>FastAPI</a:t>
            </a:r>
            <a:r>
              <a:rPr dirty="0"/>
              <a:t> + React/Vue + PostgreSQL</a:t>
            </a:r>
          </a:p>
          <a:p>
            <a:pPr lvl="1"/>
            <a:r>
              <a:rPr dirty="0"/>
              <a:t>Includes automated CI/CD and security pipeline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FF0000"/>
                </a:solidFill>
              </a:rPr>
              <a:t>Architecture</a:t>
            </a:r>
            <a:r>
              <a:rPr dirty="0"/>
              <a:t>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 → React/Vue Web UI</a:t>
            </a:r>
          </a:p>
          <a:p>
            <a:pPr lvl="1"/>
            <a:r>
              <a:t>Backend → FastAPI (containerized)</a:t>
            </a:r>
          </a:p>
          <a:p>
            <a:pPr lvl="1"/>
            <a:r>
              <a:t>Azure Blob Storage + PostgreSQL</a:t>
            </a:r>
          </a:p>
          <a:p>
            <a:pPr lvl="1"/>
            <a:r>
              <a:t>Azure OpenAI for extraction + narrative</a:t>
            </a:r>
          </a:p>
          <a:p>
            <a:pPr lvl="1"/>
            <a:r>
              <a:t>Power BI dashboards</a:t>
            </a:r>
          </a:p>
          <a:p>
            <a:pPr lvl="1"/>
            <a:r>
              <a:t>GitHub Actions CI/CD with Bandit SAST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FF0000"/>
                </a:solidFill>
              </a:rPr>
              <a:t>Kanban</a:t>
            </a:r>
            <a:r>
              <a:rPr dirty="0"/>
              <a:t> (Trello/Jira)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Columns: Backlog → Ready → In Progress → Code Review → Security Review → QA/BDD → Staging → Done</a:t>
            </a:r>
          </a:p>
          <a:p>
            <a:pPr lvl="1"/>
            <a:r>
              <a:t>Use Trello for learning demos</a:t>
            </a:r>
          </a:p>
          <a:p>
            <a:pPr lvl="1"/>
            <a:r>
              <a:t>Use Jira for enterprise workflows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FF0000"/>
                </a:solidFill>
              </a:rPr>
              <a:t>BDD</a:t>
            </a:r>
            <a:r>
              <a:rPr dirty="0"/>
              <a:t> Using Gherkin &amp; Cucumber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Feature files readable by business stakeholders</a:t>
            </a:r>
          </a:p>
          <a:p>
            <a:pPr lvl="1"/>
            <a:r>
              <a:t>Defines acceptance criteria before coding</a:t>
            </a:r>
          </a:p>
          <a:p>
            <a:pPr lvl="1"/>
            <a:r>
              <a:t>Automated end‑to‑end tests</a:t>
            </a:r>
          </a:p>
          <a:p>
            <a:pPr lvl="1"/>
            <a:r>
              <a:t>Example: "Upload invoice and extract fields"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FF0000"/>
                </a:solidFill>
              </a:rPr>
              <a:t>TDD</a:t>
            </a:r>
            <a:r>
              <a:rPr dirty="0"/>
              <a:t> Approach (pytest)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Write failing test → implement → refactor</a:t>
            </a:r>
          </a:p>
          <a:p>
            <a:pPr lvl="1"/>
            <a:r>
              <a:t>Ensures high-quality modular code</a:t>
            </a:r>
          </a:p>
          <a:p>
            <a:pPr lvl="1"/>
            <a:r>
              <a:t>Example: invoice CSV parsing test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FF0000"/>
                </a:solidFill>
              </a:rPr>
              <a:t>OWASP</a:t>
            </a:r>
            <a:r>
              <a:rPr dirty="0"/>
              <a:t> Top 10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Broken Access Control</a:t>
            </a:r>
          </a:p>
          <a:p>
            <a:pPr lvl="1"/>
            <a:r>
              <a:t>Injection</a:t>
            </a:r>
          </a:p>
          <a:p>
            <a:pPr lvl="1"/>
            <a:r>
              <a:t>Security Misconfiguration</a:t>
            </a:r>
          </a:p>
          <a:p>
            <a:pPr lvl="1"/>
            <a:r>
              <a:t>Vulnerable Components</a:t>
            </a:r>
          </a:p>
          <a:p>
            <a:pPr lvl="1"/>
            <a:r>
              <a:t>Automated + manual penetration tests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 err="1">
                <a:solidFill>
                  <a:srgbClr val="FF0000"/>
                </a:solidFill>
              </a:rPr>
              <a:t>DevSecOps</a:t>
            </a:r>
            <a:r>
              <a:rPr dirty="0"/>
              <a:t> with GitHub Actions + Bandit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Static code analysis (Python SAST)</a:t>
            </a:r>
          </a:p>
          <a:p>
            <a:pPr lvl="1"/>
            <a:r>
              <a:t>Dependency scanning</a:t>
            </a:r>
          </a:p>
          <a:p>
            <a:pPr lvl="1"/>
            <a:r>
              <a:t>Security gates in CI pipeline</a:t>
            </a:r>
          </a:p>
          <a:p>
            <a:pPr lvl="1"/>
            <a:r>
              <a:t>Container scanning + deployment to ACR/ACI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FF0000"/>
                </a:solidFill>
              </a:rPr>
              <a:t>Power BI </a:t>
            </a:r>
            <a:r>
              <a:rPr dirty="0"/>
              <a:t>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Invoice KPIs, anomaly detection</a:t>
            </a:r>
          </a:p>
          <a:p>
            <a:pPr lvl="1"/>
            <a:r>
              <a:t>Extraction accuracy trends</a:t>
            </a:r>
          </a:p>
          <a:p>
            <a:pPr lvl="1"/>
            <a:r>
              <a:t>Security findings reporting</a:t>
            </a:r>
          </a:p>
          <a:p>
            <a:pPr lvl="1"/>
            <a:r>
              <a:t>GenAI-powered insights via Azure OpenAI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Azure </a:t>
            </a:r>
            <a:r>
              <a:rPr dirty="0">
                <a:solidFill>
                  <a:srgbClr val="FF0000"/>
                </a:solidFill>
              </a:rPr>
              <a:t>GenAI</a:t>
            </a:r>
            <a:r>
              <a:rPr dirty="0"/>
              <a:t>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Invoice field extraction automation</a:t>
            </a:r>
          </a:p>
          <a:p>
            <a:pPr lvl="1"/>
            <a:r>
              <a:t>Anomaly explanation and insights</a:t>
            </a:r>
          </a:p>
          <a:p>
            <a:pPr lvl="1"/>
            <a:r>
              <a:t>Azure AI Foundry models</a:t>
            </a:r>
          </a:p>
          <a:p>
            <a:pPr lvl="1"/>
            <a:r>
              <a:t>Secured via Managed Identity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End-to-End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Developer pushes code → CI triggers</a:t>
            </a:r>
          </a:p>
          <a:p>
            <a:pPr lvl="1"/>
            <a:r>
              <a:t>Bandit + pytest + Cucumber tests</a:t>
            </a:r>
          </a:p>
          <a:p>
            <a:pPr lvl="1"/>
            <a:r>
              <a:t>Build → push container to ACR</a:t>
            </a:r>
          </a:p>
          <a:p>
            <a:pPr lvl="1"/>
            <a:r>
              <a:t>Deploy to ACI/AKS</a:t>
            </a:r>
          </a:p>
          <a:p>
            <a:pPr lvl="1"/>
            <a:r>
              <a:t>Data flows to Power BI</a:t>
            </a:r>
          </a:p>
          <a:p>
            <a:pPr lvl="1"/>
            <a:r>
              <a:t>GenAI provides insights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312</Words>
  <Application>Microsoft Office PowerPoint</Application>
  <PresentationFormat>On-screen Show (4:3)</PresentationFormat>
  <Paragraphs>55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SecureInvoice – End-to-End DevSecOps + GenAI Project</vt:lpstr>
      <vt:lpstr>Project Overview</vt:lpstr>
      <vt:lpstr>Architecture Summary</vt:lpstr>
      <vt:lpstr>Kanban (Trello/Jira)</vt:lpstr>
      <vt:lpstr>BDD Using Gherkin &amp; Cucumber</vt:lpstr>
      <vt:lpstr>TDD Approach (pytest)</vt:lpstr>
      <vt:lpstr>OWASP Top 10 Testing</vt:lpstr>
      <vt:lpstr>DevSecOps with GitHub Actions + Bandit</vt:lpstr>
      <vt:lpstr>Power BI Integration</vt:lpstr>
      <vt:lpstr>Azure GenAI Integration</vt:lpstr>
      <vt:lpstr>End-to-End Workflow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Acer</dc:creator>
  <cp:keywords/>
  <dc:description>generated using python-pptx</dc:description>
  <cp:lastModifiedBy>Kenny Napoleon</cp:lastModifiedBy>
  <cp:revision>2</cp:revision>
  <dcterms:created xsi:type="dcterms:W3CDTF">2013-01-27T09:14:16Z</dcterms:created>
  <dcterms:modified xsi:type="dcterms:W3CDTF">2025-11-21T11:02:35Z</dcterms:modified>
  <cp:category/>
</cp:coreProperties>
</file>